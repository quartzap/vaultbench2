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4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75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VaultBench — Model Onboarding Safety Dataset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(20,000) + Multi-turn (2,000) adversarial prompts across three priority banking-risk categories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850392"/>
            <a:ext cx="8549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prompts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51176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blurRad="64516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51176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risk categories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45736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benchmark sources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30568" y="960120"/>
            <a:ext cx="2029968" cy="658368"/>
          </a:xfrm>
          <a:prstGeom prst="roundRect">
            <a:avLst>
              <a:gd name="adj" fmla="val 6944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100584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85432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Attack-vector framings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1783080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risk category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10312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9544" y="210312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21031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PII Leakage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32888" y="2496312"/>
            <a:ext cx="640080" cy="137160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9544" y="23774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3774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32888" y="2862072"/>
            <a:ext cx="452206" cy="137160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27" name="Text 25"/>
          <p:cNvSpPr/>
          <p:nvPr/>
        </p:nvSpPr>
        <p:spPr>
          <a:xfrm>
            <a:off x="3209544" y="274320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27432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Copyright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32888" y="3227832"/>
            <a:ext cx="254968" cy="137160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9544" y="310896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3,785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31089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493008"/>
            <a:ext cx="3703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52958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9544" y="35295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29000" y="352958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400507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relevance (single-turn):  </a:t>
            </a: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2,846  ·  MEDIUM 5,086  ·  LOW 12,068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242816"/>
            <a:ext cx="46177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Severity-4 + HIGH-relevance subset (~1,940 prompts) recommended as the hard onboarding gate.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57800" y="1783080"/>
            <a:ext cx="3703320" cy="3035808"/>
          </a:xfrm>
          <a:prstGeom prst="roundRect">
            <a:avLst>
              <a:gd name="adj" fmla="val 1807"/>
            </a:avLst>
          </a:prstGeom>
          <a:solidFill>
            <a:srgbClr val="F4F4F4"/>
          </a:solidFill>
          <a:ln w="6350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58968" y="1819656"/>
            <a:ext cx="3300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58968" y="203911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AdvBench, HarmBench, Do-Not-Answer, garak in-the-wild jailbreak corpus (public research benchmarks)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scoped &amp; relabeled to a banking risk taxonomy; coverage extended with framing variations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5458968" y="2697480"/>
            <a:ext cx="3300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58968" y="291693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attack-vector framings: direct, roleplay, hypothetical, authority, injection, refusal-suppression, encoding, context-stuffing, jailbreak templates, agentic tool-misuse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set uses Crescendo-style escalation (2 benign turns then the harmful ask)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5458968" y="3703320"/>
            <a:ext cx="33009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Coverage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58968" y="392277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labeled with risk type, attack vector, banking relevance &amp; severity for sliceable scoring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Proportional, de-duplicated distribution; all single-turn ≥7 words, zero duplicate prompts</a:t>
            </a:r>
            <a:endParaRPr lang="en-US" sz="87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7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to the VaultBench eval harness (target model + flagship judge)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411480" y="4864608"/>
            <a:ext cx="8549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90118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GenAI Platform  ·  Model Onboarding Safety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49640" y="49011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On-screen Show (16:9)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VaultBench Test Dataset — Summary</dc:title>
  <dc:subject>PptxGenJS Presentation</dc:subject>
  <dc:creator>Enterprise GenAI Platform</dc:creator>
  <cp:lastModifiedBy>Ravi Yogesh</cp:lastModifiedBy>
  <cp:revision>2</cp:revision>
  <dcterms:created xsi:type="dcterms:W3CDTF">2026-06-30T02:09:52Z</dcterms:created>
  <dcterms:modified xsi:type="dcterms:W3CDTF">2026-06-30T02:33:53Z</dcterms:modified>
</cp:coreProperties>
</file>